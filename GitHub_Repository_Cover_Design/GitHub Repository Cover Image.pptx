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</p:sldIdLst>
  <p:sldSz cx="12192000" cy="609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5CE"/>
    <a:srgbClr val="E0F7FA"/>
    <a:srgbClr val="FFB3C1"/>
    <a:srgbClr val="D3F8E2"/>
    <a:srgbClr val="2E3A59"/>
    <a:srgbClr val="F7E8EF"/>
    <a:srgbClr val="D0F4DE"/>
    <a:srgbClr val="6A5ACD"/>
    <a:srgbClr val="FFFDE7"/>
    <a:srgbClr val="FCE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97656"/>
            <a:ext cx="9144000" cy="2122311"/>
          </a:xfrm>
        </p:spPr>
        <p:txBody>
          <a:bodyPr anchor="b"/>
          <a:lstStyle>
            <a:lvl1pPr algn="ctr">
              <a:defRPr sz="53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01812"/>
            <a:ext cx="9144000" cy="1471788"/>
          </a:xfrm>
        </p:spPr>
        <p:txBody>
          <a:bodyPr/>
          <a:lstStyle>
            <a:lvl1pPr marL="0" indent="0" algn="ctr">
              <a:buNone/>
              <a:defRPr sz="2133"/>
            </a:lvl1pPr>
            <a:lvl2pPr marL="406405" indent="0" algn="ctr">
              <a:buNone/>
              <a:defRPr sz="1778"/>
            </a:lvl2pPr>
            <a:lvl3pPr marL="812810" indent="0" algn="ctr">
              <a:buNone/>
              <a:defRPr sz="1600"/>
            </a:lvl3pPr>
            <a:lvl4pPr marL="1219215" indent="0" algn="ctr">
              <a:buNone/>
              <a:defRPr sz="1422"/>
            </a:lvl4pPr>
            <a:lvl5pPr marL="1625620" indent="0" algn="ctr">
              <a:buNone/>
              <a:defRPr sz="1422"/>
            </a:lvl5pPr>
            <a:lvl6pPr marL="2032025" indent="0" algn="ctr">
              <a:buNone/>
              <a:defRPr sz="1422"/>
            </a:lvl6pPr>
            <a:lvl7pPr marL="2438430" indent="0" algn="ctr">
              <a:buNone/>
              <a:defRPr sz="1422"/>
            </a:lvl7pPr>
            <a:lvl8pPr marL="2844836" indent="0" algn="ctr">
              <a:buNone/>
              <a:defRPr sz="1422"/>
            </a:lvl8pPr>
            <a:lvl9pPr marL="3251241" indent="0" algn="ctr">
              <a:buNone/>
              <a:defRPr sz="142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60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230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19768"/>
            <a:ext cx="10515600" cy="2535766"/>
          </a:xfrm>
        </p:spPr>
        <p:txBody>
          <a:bodyPr anchor="b"/>
          <a:lstStyle>
            <a:lvl1pPr>
              <a:defRPr sz="53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79523"/>
            <a:ext cx="10515600" cy="1333500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1pPr>
            <a:lvl2pPr marL="406405" indent="0">
              <a:buNone/>
              <a:defRPr sz="1778">
                <a:solidFill>
                  <a:schemeClr val="tx1">
                    <a:tint val="75000"/>
                  </a:schemeClr>
                </a:solidFill>
              </a:defRPr>
            </a:lvl2pPr>
            <a:lvl3pPr marL="8128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219215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4pPr>
            <a:lvl5pPr marL="1625620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5pPr>
            <a:lvl6pPr marL="2032025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6pPr>
            <a:lvl7pPr marL="2438430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7pPr>
            <a:lvl8pPr marL="2844836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8pPr>
            <a:lvl9pPr marL="3251241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057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2778"/>
            <a:ext cx="5181600" cy="38678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2778"/>
            <a:ext cx="5181600" cy="38678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11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24556"/>
            <a:ext cx="10515600" cy="117827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94367"/>
            <a:ext cx="5157787" cy="73236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405" indent="0">
              <a:buNone/>
              <a:defRPr sz="1778" b="1"/>
            </a:lvl2pPr>
            <a:lvl3pPr marL="812810" indent="0">
              <a:buNone/>
              <a:defRPr sz="1600" b="1"/>
            </a:lvl3pPr>
            <a:lvl4pPr marL="1219215" indent="0">
              <a:buNone/>
              <a:defRPr sz="1422" b="1"/>
            </a:lvl4pPr>
            <a:lvl5pPr marL="1625620" indent="0">
              <a:buNone/>
              <a:defRPr sz="1422" b="1"/>
            </a:lvl5pPr>
            <a:lvl6pPr marL="2032025" indent="0">
              <a:buNone/>
              <a:defRPr sz="1422" b="1"/>
            </a:lvl6pPr>
            <a:lvl7pPr marL="2438430" indent="0">
              <a:buNone/>
              <a:defRPr sz="1422" b="1"/>
            </a:lvl7pPr>
            <a:lvl8pPr marL="2844836" indent="0">
              <a:buNone/>
              <a:defRPr sz="1422" b="1"/>
            </a:lvl8pPr>
            <a:lvl9pPr marL="3251241" indent="0">
              <a:buNone/>
              <a:defRPr sz="142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26734"/>
            <a:ext cx="5157787" cy="32751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94367"/>
            <a:ext cx="5183188" cy="73236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405" indent="0">
              <a:buNone/>
              <a:defRPr sz="1778" b="1"/>
            </a:lvl2pPr>
            <a:lvl3pPr marL="812810" indent="0">
              <a:buNone/>
              <a:defRPr sz="1600" b="1"/>
            </a:lvl3pPr>
            <a:lvl4pPr marL="1219215" indent="0">
              <a:buNone/>
              <a:defRPr sz="1422" b="1"/>
            </a:lvl4pPr>
            <a:lvl5pPr marL="1625620" indent="0">
              <a:buNone/>
              <a:defRPr sz="1422" b="1"/>
            </a:lvl5pPr>
            <a:lvl6pPr marL="2032025" indent="0">
              <a:buNone/>
              <a:defRPr sz="1422" b="1"/>
            </a:lvl6pPr>
            <a:lvl7pPr marL="2438430" indent="0">
              <a:buNone/>
              <a:defRPr sz="1422" b="1"/>
            </a:lvl7pPr>
            <a:lvl8pPr marL="2844836" indent="0">
              <a:buNone/>
              <a:defRPr sz="1422" b="1"/>
            </a:lvl8pPr>
            <a:lvl9pPr marL="3251241" indent="0">
              <a:buNone/>
              <a:defRPr sz="142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26734"/>
            <a:ext cx="5183188" cy="32751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98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47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2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6400"/>
            <a:ext cx="3932237" cy="142240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77712"/>
            <a:ext cx="6172200" cy="4332111"/>
          </a:xfrm>
        </p:spPr>
        <p:txBody>
          <a:bodyPr/>
          <a:lstStyle>
            <a:lvl1pPr>
              <a:defRPr sz="2844"/>
            </a:lvl1pPr>
            <a:lvl2pPr>
              <a:defRPr sz="2489"/>
            </a:lvl2pPr>
            <a:lvl3pPr>
              <a:defRPr sz="2133"/>
            </a:lvl3pPr>
            <a:lvl4pPr>
              <a:defRPr sz="1778"/>
            </a:lvl4pPr>
            <a:lvl5pPr>
              <a:defRPr sz="1778"/>
            </a:lvl5pPr>
            <a:lvl6pPr>
              <a:defRPr sz="1778"/>
            </a:lvl6pPr>
            <a:lvl7pPr>
              <a:defRPr sz="1778"/>
            </a:lvl7pPr>
            <a:lvl8pPr>
              <a:defRPr sz="1778"/>
            </a:lvl8pPr>
            <a:lvl9pPr>
              <a:defRPr sz="177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28800"/>
            <a:ext cx="3932237" cy="3388078"/>
          </a:xfrm>
        </p:spPr>
        <p:txBody>
          <a:bodyPr/>
          <a:lstStyle>
            <a:lvl1pPr marL="0" indent="0">
              <a:buNone/>
              <a:defRPr sz="1422"/>
            </a:lvl1pPr>
            <a:lvl2pPr marL="406405" indent="0">
              <a:buNone/>
              <a:defRPr sz="1244"/>
            </a:lvl2pPr>
            <a:lvl3pPr marL="812810" indent="0">
              <a:buNone/>
              <a:defRPr sz="1067"/>
            </a:lvl3pPr>
            <a:lvl4pPr marL="1219215" indent="0">
              <a:buNone/>
              <a:defRPr sz="889"/>
            </a:lvl4pPr>
            <a:lvl5pPr marL="1625620" indent="0">
              <a:buNone/>
              <a:defRPr sz="889"/>
            </a:lvl5pPr>
            <a:lvl6pPr marL="2032025" indent="0">
              <a:buNone/>
              <a:defRPr sz="889"/>
            </a:lvl6pPr>
            <a:lvl7pPr marL="2438430" indent="0">
              <a:buNone/>
              <a:defRPr sz="889"/>
            </a:lvl7pPr>
            <a:lvl8pPr marL="2844836" indent="0">
              <a:buNone/>
              <a:defRPr sz="889"/>
            </a:lvl8pPr>
            <a:lvl9pPr marL="3251241" indent="0">
              <a:buNone/>
              <a:defRPr sz="88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26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6400"/>
            <a:ext cx="3932237" cy="142240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77712"/>
            <a:ext cx="6172200" cy="4332111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405" indent="0">
              <a:buNone/>
              <a:defRPr sz="2489"/>
            </a:lvl2pPr>
            <a:lvl3pPr marL="812810" indent="0">
              <a:buNone/>
              <a:defRPr sz="2133"/>
            </a:lvl3pPr>
            <a:lvl4pPr marL="1219215" indent="0">
              <a:buNone/>
              <a:defRPr sz="1778"/>
            </a:lvl4pPr>
            <a:lvl5pPr marL="1625620" indent="0">
              <a:buNone/>
              <a:defRPr sz="1778"/>
            </a:lvl5pPr>
            <a:lvl6pPr marL="2032025" indent="0">
              <a:buNone/>
              <a:defRPr sz="1778"/>
            </a:lvl6pPr>
            <a:lvl7pPr marL="2438430" indent="0">
              <a:buNone/>
              <a:defRPr sz="1778"/>
            </a:lvl7pPr>
            <a:lvl8pPr marL="2844836" indent="0">
              <a:buNone/>
              <a:defRPr sz="1778"/>
            </a:lvl8pPr>
            <a:lvl9pPr marL="3251241" indent="0">
              <a:buNone/>
              <a:defRPr sz="177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28800"/>
            <a:ext cx="3932237" cy="3388078"/>
          </a:xfrm>
        </p:spPr>
        <p:txBody>
          <a:bodyPr/>
          <a:lstStyle>
            <a:lvl1pPr marL="0" indent="0">
              <a:buNone/>
              <a:defRPr sz="1422"/>
            </a:lvl1pPr>
            <a:lvl2pPr marL="406405" indent="0">
              <a:buNone/>
              <a:defRPr sz="1244"/>
            </a:lvl2pPr>
            <a:lvl3pPr marL="812810" indent="0">
              <a:buNone/>
              <a:defRPr sz="1067"/>
            </a:lvl3pPr>
            <a:lvl4pPr marL="1219215" indent="0">
              <a:buNone/>
              <a:defRPr sz="889"/>
            </a:lvl4pPr>
            <a:lvl5pPr marL="1625620" indent="0">
              <a:buNone/>
              <a:defRPr sz="889"/>
            </a:lvl5pPr>
            <a:lvl6pPr marL="2032025" indent="0">
              <a:buNone/>
              <a:defRPr sz="889"/>
            </a:lvl6pPr>
            <a:lvl7pPr marL="2438430" indent="0">
              <a:buNone/>
              <a:defRPr sz="889"/>
            </a:lvl7pPr>
            <a:lvl8pPr marL="2844836" indent="0">
              <a:buNone/>
              <a:defRPr sz="889"/>
            </a:lvl8pPr>
            <a:lvl9pPr marL="3251241" indent="0">
              <a:buNone/>
              <a:defRPr sz="88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5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76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24556"/>
            <a:ext cx="2628900" cy="516607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24556"/>
            <a:ext cx="7734300" cy="516607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86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4556"/>
            <a:ext cx="10515600" cy="1178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22778"/>
            <a:ext cx="10515600" cy="3867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650089"/>
            <a:ext cx="27432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06E07-C93A-4A03-8704-71CBDE0F647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650089"/>
            <a:ext cx="41148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650089"/>
            <a:ext cx="27432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EF0DF-F118-4ED2-9899-16A337D7F4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06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812810" rtl="0" eaLnBrk="1" latinLnBrk="0" hangingPunct="1">
        <a:lnSpc>
          <a:spcPct val="90000"/>
        </a:lnSpc>
        <a:spcBef>
          <a:spcPct val="0"/>
        </a:spcBef>
        <a:buNone/>
        <a:defRPr sz="39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203" indent="-203203" algn="l" defTabSz="81281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2489" kern="1200">
          <a:solidFill>
            <a:schemeClr val="tx1"/>
          </a:solidFill>
          <a:latin typeface="+mn-lt"/>
          <a:ea typeface="+mn-ea"/>
          <a:cs typeface="+mn-cs"/>
        </a:defRPr>
      </a:lvl1pPr>
      <a:lvl2pPr marL="60960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601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42241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522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63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803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444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40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81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21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62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202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43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836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1241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image" Target="../media/image44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sv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sv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image" Target="../media/image44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sv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sv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0F7FA"/>
            </a:gs>
            <a:gs pos="41000">
              <a:srgbClr val="FCE4EC"/>
            </a:gs>
            <a:gs pos="72000">
              <a:srgbClr val="FFFDE7"/>
            </a:gs>
            <a:gs pos="100000">
              <a:srgbClr val="D3F8E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F73ED5-BEC2-BCB9-3F27-CB78544989CF}"/>
              </a:ext>
            </a:extLst>
          </p:cNvPr>
          <p:cNvSpPr txBox="1"/>
          <p:nvPr/>
        </p:nvSpPr>
        <p:spPr>
          <a:xfrm>
            <a:off x="1665170" y="635267"/>
            <a:ext cx="86916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600" dirty="0">
                <a:solidFill>
                  <a:srgbClr val="6A5ACD"/>
                </a:solidFill>
                <a:latin typeface="Bahnschrift SemiBold Condensed" panose="020B0502040204020203" pitchFamily="34" charset="0"/>
              </a:rPr>
              <a:t>Developer-Resources-Hub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E4ECB-7C86-6452-3822-F2FD4BDF6867}"/>
              </a:ext>
            </a:extLst>
          </p:cNvPr>
          <p:cNvSpPr txBox="1"/>
          <p:nvPr/>
        </p:nvSpPr>
        <p:spPr>
          <a:xfrm>
            <a:off x="519764" y="2462463"/>
            <a:ext cx="111941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A comprehensive collection of valuable resources for developers, covering job preparation, programming, frontend, backend, IoT, databases, and more.</a:t>
            </a:r>
            <a:endParaRPr lang="en-IN" sz="3600" dirty="0">
              <a:solidFill>
                <a:schemeClr val="accent2">
                  <a:lumMod val="75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16030-8435-5E03-5989-064854230FC5}"/>
              </a:ext>
            </a:extLst>
          </p:cNvPr>
          <p:cNvSpPr txBox="1"/>
          <p:nvPr/>
        </p:nvSpPr>
        <p:spPr>
          <a:xfrm>
            <a:off x="4052236" y="5515276"/>
            <a:ext cx="4360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Made with 💖 by Madhurima Rawat</a:t>
            </a:r>
            <a:endParaRPr lang="en-IN" sz="2400" dirty="0">
              <a:solidFill>
                <a:schemeClr val="accent6">
                  <a:lumMod val="75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BCA56740-1CB6-4A6D-9441-0AB073148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8453">
            <a:off x="118077" y="118075"/>
            <a:ext cx="1149258" cy="1149258"/>
          </a:xfrm>
          <a:prstGeom prst="rect">
            <a:avLst/>
          </a:prstGeom>
        </p:spPr>
      </p:pic>
      <p:pic>
        <p:nvPicPr>
          <p:cNvPr id="9" name="Graphic 8" descr="Graduation cap">
            <a:extLst>
              <a:ext uri="{FF2B5EF4-FFF2-40B4-BE49-F238E27FC236}">
                <a16:creationId xmlns:a16="http://schemas.microsoft.com/office/drawing/2014/main" id="{43373765-A180-14ED-1822-31483CE9F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808453">
            <a:off x="1584958" y="3609476"/>
            <a:ext cx="1355559" cy="1355559"/>
          </a:xfrm>
          <a:prstGeom prst="rect">
            <a:avLst/>
          </a:prstGeom>
        </p:spPr>
      </p:pic>
      <p:pic>
        <p:nvPicPr>
          <p:cNvPr id="10" name="Graphic 9" descr="Brain">
            <a:extLst>
              <a:ext uri="{FF2B5EF4-FFF2-40B4-BE49-F238E27FC236}">
                <a16:creationId xmlns:a16="http://schemas.microsoft.com/office/drawing/2014/main" id="{374F6AE6-C064-0723-7928-8A7D1CB70D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808453">
            <a:off x="139272" y="4601170"/>
            <a:ext cx="1355559" cy="1355559"/>
          </a:xfrm>
          <a:prstGeom prst="rect">
            <a:avLst/>
          </a:prstGeom>
        </p:spPr>
      </p:pic>
      <p:pic>
        <p:nvPicPr>
          <p:cNvPr id="11" name="Graphic 10" descr="Link">
            <a:extLst>
              <a:ext uri="{FF2B5EF4-FFF2-40B4-BE49-F238E27FC236}">
                <a16:creationId xmlns:a16="http://schemas.microsoft.com/office/drawing/2014/main" id="{337BB4A7-3953-5AC2-D218-71E885C084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808453">
            <a:off x="-5868" y="1371158"/>
            <a:ext cx="1168297" cy="1168297"/>
          </a:xfrm>
          <a:prstGeom prst="rect">
            <a:avLst/>
          </a:prstGeom>
        </p:spPr>
      </p:pic>
      <p:pic>
        <p:nvPicPr>
          <p:cNvPr id="12" name="Graphic 11" descr="Open book">
            <a:extLst>
              <a:ext uri="{FF2B5EF4-FFF2-40B4-BE49-F238E27FC236}">
                <a16:creationId xmlns:a16="http://schemas.microsoft.com/office/drawing/2014/main" id="{F276004F-1BD1-426B-D184-41ED28B48C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808453">
            <a:off x="1513771" y="-27605"/>
            <a:ext cx="1251118" cy="1251118"/>
          </a:xfrm>
          <a:prstGeom prst="rect">
            <a:avLst/>
          </a:prstGeom>
        </p:spPr>
      </p:pic>
      <p:pic>
        <p:nvPicPr>
          <p:cNvPr id="13" name="Graphic 12" descr="Brain in head">
            <a:extLst>
              <a:ext uri="{FF2B5EF4-FFF2-40B4-BE49-F238E27FC236}">
                <a16:creationId xmlns:a16="http://schemas.microsoft.com/office/drawing/2014/main" id="{7B88B81C-DC0F-13DE-5732-AD09590C550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 rot="808453">
            <a:off x="2982225" y="3975528"/>
            <a:ext cx="1355559" cy="1355559"/>
          </a:xfrm>
          <a:prstGeom prst="rect">
            <a:avLst/>
          </a:prstGeom>
        </p:spPr>
      </p:pic>
      <p:pic>
        <p:nvPicPr>
          <p:cNvPr id="14" name="Graphic 13" descr="Robot">
            <a:extLst>
              <a:ext uri="{FF2B5EF4-FFF2-40B4-BE49-F238E27FC236}">
                <a16:creationId xmlns:a16="http://schemas.microsoft.com/office/drawing/2014/main" id="{21A40835-B9CC-7CAE-4E9D-67B3E53837B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 rot="808453">
            <a:off x="10828488" y="45735"/>
            <a:ext cx="1185637" cy="1185637"/>
          </a:xfrm>
          <a:prstGeom prst="rect">
            <a:avLst/>
          </a:prstGeom>
        </p:spPr>
      </p:pic>
      <p:pic>
        <p:nvPicPr>
          <p:cNvPr id="15" name="Graphic 14" descr="Puzzle pieces">
            <a:extLst>
              <a:ext uri="{FF2B5EF4-FFF2-40B4-BE49-F238E27FC236}">
                <a16:creationId xmlns:a16="http://schemas.microsoft.com/office/drawing/2014/main" id="{E3DC1D66-B334-AD4C-95C9-2666E2D93F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 rot="808453">
            <a:off x="10894193" y="3938337"/>
            <a:ext cx="1355559" cy="1355559"/>
          </a:xfrm>
          <a:prstGeom prst="rect">
            <a:avLst/>
          </a:prstGeom>
        </p:spPr>
      </p:pic>
      <p:pic>
        <p:nvPicPr>
          <p:cNvPr id="16" name="Graphic 15" descr="Share">
            <a:extLst>
              <a:ext uri="{FF2B5EF4-FFF2-40B4-BE49-F238E27FC236}">
                <a16:creationId xmlns:a16="http://schemas.microsoft.com/office/drawing/2014/main" id="{A7AF6694-8F80-9058-E38C-A297E81C04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 rot="808453">
            <a:off x="8058240" y="4212461"/>
            <a:ext cx="1185531" cy="1185531"/>
          </a:xfrm>
          <a:prstGeom prst="rect">
            <a:avLst/>
          </a:prstGeom>
        </p:spPr>
      </p:pic>
      <p:pic>
        <p:nvPicPr>
          <p:cNvPr id="17" name="Graphic 16" descr="Open folder">
            <a:extLst>
              <a:ext uri="{FF2B5EF4-FFF2-40B4-BE49-F238E27FC236}">
                <a16:creationId xmlns:a16="http://schemas.microsoft.com/office/drawing/2014/main" id="{8385073C-F768-74F1-ECD9-FC07F006FA7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 rot="808453">
            <a:off x="9537779" y="120991"/>
            <a:ext cx="1177628" cy="1177628"/>
          </a:xfrm>
          <a:prstGeom prst="rect">
            <a:avLst/>
          </a:prstGeom>
        </p:spPr>
      </p:pic>
      <p:pic>
        <p:nvPicPr>
          <p:cNvPr id="18" name="Graphic 17" descr="Checklist RTL">
            <a:extLst>
              <a:ext uri="{FF2B5EF4-FFF2-40B4-BE49-F238E27FC236}">
                <a16:creationId xmlns:a16="http://schemas.microsoft.com/office/drawing/2014/main" id="{0BD4C98E-C033-D9B6-41EA-CB3C2642A03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 rot="808453">
            <a:off x="9253028" y="3654587"/>
            <a:ext cx="1106620" cy="1106620"/>
          </a:xfrm>
          <a:prstGeom prst="rect">
            <a:avLst/>
          </a:prstGeom>
        </p:spPr>
      </p:pic>
      <p:pic>
        <p:nvPicPr>
          <p:cNvPr id="19" name="Graphic 18" descr="Bullseye">
            <a:extLst>
              <a:ext uri="{FF2B5EF4-FFF2-40B4-BE49-F238E27FC236}">
                <a16:creationId xmlns:a16="http://schemas.microsoft.com/office/drawing/2014/main" id="{AD587BBB-4498-E500-BFC9-C29B4B5D96E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 rot="808453">
            <a:off x="7320724" y="-62236"/>
            <a:ext cx="1088396" cy="1088396"/>
          </a:xfrm>
          <a:prstGeom prst="rect">
            <a:avLst/>
          </a:prstGeom>
        </p:spPr>
      </p:pic>
      <p:pic>
        <p:nvPicPr>
          <p:cNvPr id="20" name="Graphic 19" descr="Subtitles">
            <a:extLst>
              <a:ext uri="{FF2B5EF4-FFF2-40B4-BE49-F238E27FC236}">
                <a16:creationId xmlns:a16="http://schemas.microsoft.com/office/drawing/2014/main" id="{3001F3FF-5CE0-5F07-B1D5-4C281460A1B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 rot="808453">
            <a:off x="3648467" y="-88304"/>
            <a:ext cx="1153546" cy="1181856"/>
          </a:xfrm>
          <a:prstGeom prst="rect">
            <a:avLst/>
          </a:prstGeom>
        </p:spPr>
      </p:pic>
      <p:pic>
        <p:nvPicPr>
          <p:cNvPr id="21" name="Graphic 20" descr="Lightbulb and gear">
            <a:extLst>
              <a:ext uri="{FF2B5EF4-FFF2-40B4-BE49-F238E27FC236}">
                <a16:creationId xmlns:a16="http://schemas.microsoft.com/office/drawing/2014/main" id="{BB3EDA99-6AAB-6A83-78A6-AEA7747D257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 rot="808453">
            <a:off x="4675349" y="4122116"/>
            <a:ext cx="1223816" cy="1223816"/>
          </a:xfrm>
          <a:prstGeom prst="rect">
            <a:avLst/>
          </a:prstGeom>
        </p:spPr>
      </p:pic>
      <p:pic>
        <p:nvPicPr>
          <p:cNvPr id="22" name="Graphic 21" descr="Handshake">
            <a:extLst>
              <a:ext uri="{FF2B5EF4-FFF2-40B4-BE49-F238E27FC236}">
                <a16:creationId xmlns:a16="http://schemas.microsoft.com/office/drawing/2014/main" id="{B19FEBFD-6628-93DB-CFA8-4E6B7EDE036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 rot="808453">
            <a:off x="6206690" y="4217469"/>
            <a:ext cx="1355559" cy="1355559"/>
          </a:xfrm>
          <a:prstGeom prst="rect">
            <a:avLst/>
          </a:prstGeom>
        </p:spPr>
      </p:pic>
      <p:pic>
        <p:nvPicPr>
          <p:cNvPr id="23" name="Graphic 22" descr="Clipboard">
            <a:extLst>
              <a:ext uri="{FF2B5EF4-FFF2-40B4-BE49-F238E27FC236}">
                <a16:creationId xmlns:a16="http://schemas.microsoft.com/office/drawing/2014/main" id="{B0C8B7E7-4818-B3A9-ED2A-EF0027851F2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 rot="808453">
            <a:off x="41149" y="3137274"/>
            <a:ext cx="1217866" cy="1217866"/>
          </a:xfrm>
          <a:prstGeom prst="rect">
            <a:avLst/>
          </a:prstGeom>
        </p:spPr>
      </p:pic>
      <p:pic>
        <p:nvPicPr>
          <p:cNvPr id="24" name="Graphic 23" descr="Smart Phone">
            <a:extLst>
              <a:ext uri="{FF2B5EF4-FFF2-40B4-BE49-F238E27FC236}">
                <a16:creationId xmlns:a16="http://schemas.microsoft.com/office/drawing/2014/main" id="{EF0CEEDB-5310-C7A2-57AE-BD3CB63E0BE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 rot="2107867">
            <a:off x="1380403" y="1302246"/>
            <a:ext cx="1203414" cy="1203414"/>
          </a:xfrm>
          <a:prstGeom prst="rect">
            <a:avLst/>
          </a:prstGeom>
        </p:spPr>
      </p:pic>
      <p:pic>
        <p:nvPicPr>
          <p:cNvPr id="25" name="Graphic 24" descr="Diploma roll">
            <a:extLst>
              <a:ext uri="{FF2B5EF4-FFF2-40B4-BE49-F238E27FC236}">
                <a16:creationId xmlns:a16="http://schemas.microsoft.com/office/drawing/2014/main" id="{D9BC93EE-30A4-1E6D-0EBC-474120E8BFA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 rot="808453">
            <a:off x="1679609" y="4848218"/>
            <a:ext cx="1355559" cy="1355559"/>
          </a:xfrm>
          <a:prstGeom prst="rect">
            <a:avLst/>
          </a:prstGeom>
        </p:spPr>
      </p:pic>
      <p:pic>
        <p:nvPicPr>
          <p:cNvPr id="26" name="Graphic 25" descr="Document">
            <a:extLst>
              <a:ext uri="{FF2B5EF4-FFF2-40B4-BE49-F238E27FC236}">
                <a16:creationId xmlns:a16="http://schemas.microsoft.com/office/drawing/2014/main" id="{78CECFA4-3B90-D809-80CE-2B15E906675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 rot="808453">
            <a:off x="9886521" y="4669585"/>
            <a:ext cx="1116037" cy="1116037"/>
          </a:xfrm>
          <a:prstGeom prst="rect">
            <a:avLst/>
          </a:prstGeom>
        </p:spPr>
      </p:pic>
      <p:pic>
        <p:nvPicPr>
          <p:cNvPr id="27" name="Graphic 26" descr="Palette">
            <a:extLst>
              <a:ext uri="{FF2B5EF4-FFF2-40B4-BE49-F238E27FC236}">
                <a16:creationId xmlns:a16="http://schemas.microsoft.com/office/drawing/2014/main" id="{AE8FCFC6-C856-C4CC-8248-92402A70949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 rot="808453">
            <a:off x="8937229" y="1242921"/>
            <a:ext cx="1255757" cy="1255757"/>
          </a:xfrm>
          <a:prstGeom prst="rect">
            <a:avLst/>
          </a:prstGeom>
        </p:spPr>
      </p:pic>
      <p:pic>
        <p:nvPicPr>
          <p:cNvPr id="28" name="Graphic 27" descr="Connections">
            <a:extLst>
              <a:ext uri="{FF2B5EF4-FFF2-40B4-BE49-F238E27FC236}">
                <a16:creationId xmlns:a16="http://schemas.microsoft.com/office/drawing/2014/main" id="{3F0686BF-BBC8-ECA1-55EF-53D95B7DC537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 rot="808453">
            <a:off x="10610249" y="1266014"/>
            <a:ext cx="1355559" cy="1355559"/>
          </a:xfrm>
          <a:prstGeom prst="rect">
            <a:avLst/>
          </a:prstGeom>
        </p:spPr>
      </p:pic>
      <p:pic>
        <p:nvPicPr>
          <p:cNvPr id="29" name="Graphic 28" descr="Internet">
            <a:extLst>
              <a:ext uri="{FF2B5EF4-FFF2-40B4-BE49-F238E27FC236}">
                <a16:creationId xmlns:a16="http://schemas.microsoft.com/office/drawing/2014/main" id="{08B52347-15E1-113D-B762-8E15D7738BB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 rot="808453">
            <a:off x="4803838" y="1390969"/>
            <a:ext cx="1304802" cy="1304802"/>
          </a:xfrm>
          <a:prstGeom prst="rect">
            <a:avLst/>
          </a:prstGeom>
        </p:spPr>
      </p:pic>
      <p:pic>
        <p:nvPicPr>
          <p:cNvPr id="30" name="Graphic 29" descr="Social network">
            <a:extLst>
              <a:ext uri="{FF2B5EF4-FFF2-40B4-BE49-F238E27FC236}">
                <a16:creationId xmlns:a16="http://schemas.microsoft.com/office/drawing/2014/main" id="{76D1D03B-0E1F-3722-AFB3-497C2A7D76F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 rot="808453">
            <a:off x="6876747" y="1362720"/>
            <a:ext cx="1234404" cy="1234404"/>
          </a:xfrm>
          <a:prstGeom prst="rect">
            <a:avLst/>
          </a:prstGeom>
        </p:spPr>
      </p:pic>
      <p:pic>
        <p:nvPicPr>
          <p:cNvPr id="31" name="Graphic 30" descr="World">
            <a:extLst>
              <a:ext uri="{FF2B5EF4-FFF2-40B4-BE49-F238E27FC236}">
                <a16:creationId xmlns:a16="http://schemas.microsoft.com/office/drawing/2014/main" id="{AD47E5E8-6CAB-0E37-0F96-B674D63BE55B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 rot="808453">
            <a:off x="2768835" y="1406435"/>
            <a:ext cx="1220949" cy="1220949"/>
          </a:xfrm>
          <a:prstGeom prst="rect">
            <a:avLst/>
          </a:prstGeom>
        </p:spPr>
      </p:pic>
      <p:pic>
        <p:nvPicPr>
          <p:cNvPr id="32" name="Graphic 31" descr="Single gear">
            <a:extLst>
              <a:ext uri="{FF2B5EF4-FFF2-40B4-BE49-F238E27FC236}">
                <a16:creationId xmlns:a16="http://schemas.microsoft.com/office/drawing/2014/main" id="{205F9D91-E395-E839-C3FF-03649EBF6303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808453">
            <a:off x="5584498" y="-108916"/>
            <a:ext cx="1183744" cy="118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E3A59"/>
            </a:gs>
            <a:gs pos="41000">
              <a:schemeClr val="tx1">
                <a:lumMod val="50000"/>
                <a:lumOff val="50000"/>
              </a:schemeClr>
            </a:gs>
            <a:gs pos="72000">
              <a:schemeClr val="accent6">
                <a:lumMod val="75000"/>
              </a:schemeClr>
            </a:gs>
            <a:gs pos="100000">
              <a:schemeClr val="accent5">
                <a:lumMod val="75000"/>
              </a:schemeClr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E7F86-ECAB-70DE-4D48-0CD4BECF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0C2EF3-B6BE-2442-5DE5-36C139820469}"/>
              </a:ext>
            </a:extLst>
          </p:cNvPr>
          <p:cNvSpPr txBox="1"/>
          <p:nvPr/>
        </p:nvSpPr>
        <p:spPr>
          <a:xfrm>
            <a:off x="1665170" y="635267"/>
            <a:ext cx="86916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600" b="0" i="0" u="none" strike="noStrike" kern="1200" cap="none" spc="0" normalizeH="0" baseline="0" noProof="0" dirty="0">
                <a:ln>
                  <a:noFill/>
                </a:ln>
                <a:solidFill>
                  <a:srgbClr val="D3F8E2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Developer-Resources-Hub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F7082-E82A-A4CB-3D81-04006077D91E}"/>
              </a:ext>
            </a:extLst>
          </p:cNvPr>
          <p:cNvSpPr txBox="1"/>
          <p:nvPr/>
        </p:nvSpPr>
        <p:spPr>
          <a:xfrm>
            <a:off x="519764" y="2462463"/>
            <a:ext cx="111941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A comprehensive collection of valuable resources for developers, covering job preparation, programming, frontend, backend, IoT, databases, and more.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CE024-C6E3-BEC4-011B-2EC209963167}"/>
              </a:ext>
            </a:extLst>
          </p:cNvPr>
          <p:cNvSpPr txBox="1"/>
          <p:nvPr/>
        </p:nvSpPr>
        <p:spPr>
          <a:xfrm>
            <a:off x="4052236" y="5515276"/>
            <a:ext cx="4360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CD5C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Made with 💖 by Madhurima Rawat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FCD5C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F62DA24B-86BC-23CE-7F3F-41CC56D6F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8453">
            <a:off x="118077" y="118075"/>
            <a:ext cx="1149258" cy="1149258"/>
          </a:xfrm>
          <a:prstGeom prst="rect">
            <a:avLst/>
          </a:prstGeom>
        </p:spPr>
      </p:pic>
      <p:pic>
        <p:nvPicPr>
          <p:cNvPr id="9" name="Graphic 8" descr="Graduation cap">
            <a:extLst>
              <a:ext uri="{FF2B5EF4-FFF2-40B4-BE49-F238E27FC236}">
                <a16:creationId xmlns:a16="http://schemas.microsoft.com/office/drawing/2014/main" id="{78D69710-9907-DA45-D8C1-709C132DA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808453">
            <a:off x="1584958" y="3609476"/>
            <a:ext cx="1355559" cy="1355559"/>
          </a:xfrm>
          <a:prstGeom prst="rect">
            <a:avLst/>
          </a:prstGeom>
        </p:spPr>
      </p:pic>
      <p:pic>
        <p:nvPicPr>
          <p:cNvPr id="10" name="Graphic 9" descr="Brain">
            <a:extLst>
              <a:ext uri="{FF2B5EF4-FFF2-40B4-BE49-F238E27FC236}">
                <a16:creationId xmlns:a16="http://schemas.microsoft.com/office/drawing/2014/main" id="{5C89E875-3C90-E84F-4C4C-9ED67E98A4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808453">
            <a:off x="139272" y="4601170"/>
            <a:ext cx="1355559" cy="1355559"/>
          </a:xfrm>
          <a:prstGeom prst="rect">
            <a:avLst/>
          </a:prstGeom>
        </p:spPr>
      </p:pic>
      <p:pic>
        <p:nvPicPr>
          <p:cNvPr id="11" name="Graphic 10" descr="Link">
            <a:extLst>
              <a:ext uri="{FF2B5EF4-FFF2-40B4-BE49-F238E27FC236}">
                <a16:creationId xmlns:a16="http://schemas.microsoft.com/office/drawing/2014/main" id="{9E196E69-191B-EF61-B608-B9602DEF9B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808453">
            <a:off x="-5868" y="1371158"/>
            <a:ext cx="1168297" cy="1168297"/>
          </a:xfrm>
          <a:prstGeom prst="rect">
            <a:avLst/>
          </a:prstGeom>
        </p:spPr>
      </p:pic>
      <p:pic>
        <p:nvPicPr>
          <p:cNvPr id="12" name="Graphic 11" descr="Open book">
            <a:extLst>
              <a:ext uri="{FF2B5EF4-FFF2-40B4-BE49-F238E27FC236}">
                <a16:creationId xmlns:a16="http://schemas.microsoft.com/office/drawing/2014/main" id="{0DED8D49-FC6D-2B00-3DE3-83CCBCD2A4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808453">
            <a:off x="1513771" y="-27605"/>
            <a:ext cx="1251118" cy="1251118"/>
          </a:xfrm>
          <a:prstGeom prst="rect">
            <a:avLst/>
          </a:prstGeom>
        </p:spPr>
      </p:pic>
      <p:pic>
        <p:nvPicPr>
          <p:cNvPr id="13" name="Graphic 12" descr="Brain in head">
            <a:extLst>
              <a:ext uri="{FF2B5EF4-FFF2-40B4-BE49-F238E27FC236}">
                <a16:creationId xmlns:a16="http://schemas.microsoft.com/office/drawing/2014/main" id="{E8605FC3-0FD7-A134-5123-524202C7AE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 rot="808453">
            <a:off x="2982225" y="3975528"/>
            <a:ext cx="1355559" cy="1355559"/>
          </a:xfrm>
          <a:prstGeom prst="rect">
            <a:avLst/>
          </a:prstGeom>
        </p:spPr>
      </p:pic>
      <p:pic>
        <p:nvPicPr>
          <p:cNvPr id="14" name="Graphic 13" descr="Robot">
            <a:extLst>
              <a:ext uri="{FF2B5EF4-FFF2-40B4-BE49-F238E27FC236}">
                <a16:creationId xmlns:a16="http://schemas.microsoft.com/office/drawing/2014/main" id="{B17EE0B6-9438-178E-19D5-4625E79830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 rot="808453">
            <a:off x="10828488" y="45735"/>
            <a:ext cx="1185637" cy="1185637"/>
          </a:xfrm>
          <a:prstGeom prst="rect">
            <a:avLst/>
          </a:prstGeom>
        </p:spPr>
      </p:pic>
      <p:pic>
        <p:nvPicPr>
          <p:cNvPr id="15" name="Graphic 14" descr="Puzzle pieces">
            <a:extLst>
              <a:ext uri="{FF2B5EF4-FFF2-40B4-BE49-F238E27FC236}">
                <a16:creationId xmlns:a16="http://schemas.microsoft.com/office/drawing/2014/main" id="{C67CC893-87A0-BF1E-5C2E-8552F8A118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 rot="808453">
            <a:off x="10894193" y="3938337"/>
            <a:ext cx="1355559" cy="1355559"/>
          </a:xfrm>
          <a:prstGeom prst="rect">
            <a:avLst/>
          </a:prstGeom>
        </p:spPr>
      </p:pic>
      <p:pic>
        <p:nvPicPr>
          <p:cNvPr id="16" name="Graphic 15" descr="Share">
            <a:extLst>
              <a:ext uri="{FF2B5EF4-FFF2-40B4-BE49-F238E27FC236}">
                <a16:creationId xmlns:a16="http://schemas.microsoft.com/office/drawing/2014/main" id="{A1D27678-E209-D0AB-8C3E-79DC42A8D20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 rot="808453">
            <a:off x="8058240" y="4212461"/>
            <a:ext cx="1185531" cy="1185531"/>
          </a:xfrm>
          <a:prstGeom prst="rect">
            <a:avLst/>
          </a:prstGeom>
        </p:spPr>
      </p:pic>
      <p:pic>
        <p:nvPicPr>
          <p:cNvPr id="17" name="Graphic 16" descr="Open folder">
            <a:extLst>
              <a:ext uri="{FF2B5EF4-FFF2-40B4-BE49-F238E27FC236}">
                <a16:creationId xmlns:a16="http://schemas.microsoft.com/office/drawing/2014/main" id="{E72FE986-5A24-3B9B-4FEF-91D2FB0B3C5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 rot="808453">
            <a:off x="9537779" y="120991"/>
            <a:ext cx="1177628" cy="1177628"/>
          </a:xfrm>
          <a:prstGeom prst="rect">
            <a:avLst/>
          </a:prstGeom>
        </p:spPr>
      </p:pic>
      <p:pic>
        <p:nvPicPr>
          <p:cNvPr id="18" name="Graphic 17" descr="Checklist RTL">
            <a:extLst>
              <a:ext uri="{FF2B5EF4-FFF2-40B4-BE49-F238E27FC236}">
                <a16:creationId xmlns:a16="http://schemas.microsoft.com/office/drawing/2014/main" id="{8F3A7A4D-F27A-7001-94D3-97759119357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 rot="808453">
            <a:off x="9253028" y="3654587"/>
            <a:ext cx="1106620" cy="1106620"/>
          </a:xfrm>
          <a:prstGeom prst="rect">
            <a:avLst/>
          </a:prstGeom>
        </p:spPr>
      </p:pic>
      <p:pic>
        <p:nvPicPr>
          <p:cNvPr id="19" name="Graphic 18" descr="Bullseye">
            <a:extLst>
              <a:ext uri="{FF2B5EF4-FFF2-40B4-BE49-F238E27FC236}">
                <a16:creationId xmlns:a16="http://schemas.microsoft.com/office/drawing/2014/main" id="{01CAE91D-EE66-D122-C8C0-29BD79029A3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 rot="808453">
            <a:off x="7320724" y="-62236"/>
            <a:ext cx="1088396" cy="1088396"/>
          </a:xfrm>
          <a:prstGeom prst="rect">
            <a:avLst/>
          </a:prstGeom>
        </p:spPr>
      </p:pic>
      <p:pic>
        <p:nvPicPr>
          <p:cNvPr id="20" name="Graphic 19" descr="Subtitles">
            <a:extLst>
              <a:ext uri="{FF2B5EF4-FFF2-40B4-BE49-F238E27FC236}">
                <a16:creationId xmlns:a16="http://schemas.microsoft.com/office/drawing/2014/main" id="{E8668C49-FDB3-1F90-BCF7-CB3C99FF20D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 rot="808453">
            <a:off x="3648467" y="-88304"/>
            <a:ext cx="1153546" cy="1181856"/>
          </a:xfrm>
          <a:prstGeom prst="rect">
            <a:avLst/>
          </a:prstGeom>
        </p:spPr>
      </p:pic>
      <p:pic>
        <p:nvPicPr>
          <p:cNvPr id="21" name="Graphic 20" descr="Lightbulb and gear">
            <a:extLst>
              <a:ext uri="{FF2B5EF4-FFF2-40B4-BE49-F238E27FC236}">
                <a16:creationId xmlns:a16="http://schemas.microsoft.com/office/drawing/2014/main" id="{79C1A476-A27F-045A-EFAE-316F494B313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 rot="808453">
            <a:off x="4675349" y="4122116"/>
            <a:ext cx="1223816" cy="1223816"/>
          </a:xfrm>
          <a:prstGeom prst="rect">
            <a:avLst/>
          </a:prstGeom>
        </p:spPr>
      </p:pic>
      <p:pic>
        <p:nvPicPr>
          <p:cNvPr id="22" name="Graphic 21" descr="Handshake">
            <a:extLst>
              <a:ext uri="{FF2B5EF4-FFF2-40B4-BE49-F238E27FC236}">
                <a16:creationId xmlns:a16="http://schemas.microsoft.com/office/drawing/2014/main" id="{9E7E2F78-6DF6-1A10-D677-7DD092DD927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 rot="808453">
            <a:off x="6206690" y="4217469"/>
            <a:ext cx="1355559" cy="1355559"/>
          </a:xfrm>
          <a:prstGeom prst="rect">
            <a:avLst/>
          </a:prstGeom>
        </p:spPr>
      </p:pic>
      <p:pic>
        <p:nvPicPr>
          <p:cNvPr id="23" name="Graphic 22" descr="Clipboard">
            <a:extLst>
              <a:ext uri="{FF2B5EF4-FFF2-40B4-BE49-F238E27FC236}">
                <a16:creationId xmlns:a16="http://schemas.microsoft.com/office/drawing/2014/main" id="{ED497D3E-60AC-5FC7-B6D7-642F101EC48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 rot="808453">
            <a:off x="41149" y="3137274"/>
            <a:ext cx="1217866" cy="1217866"/>
          </a:xfrm>
          <a:prstGeom prst="rect">
            <a:avLst/>
          </a:prstGeom>
        </p:spPr>
      </p:pic>
      <p:pic>
        <p:nvPicPr>
          <p:cNvPr id="24" name="Graphic 23" descr="Smart Phone">
            <a:extLst>
              <a:ext uri="{FF2B5EF4-FFF2-40B4-BE49-F238E27FC236}">
                <a16:creationId xmlns:a16="http://schemas.microsoft.com/office/drawing/2014/main" id="{6354F82D-71CD-9A3E-8EFB-CB3DC91555B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 rot="2107867">
            <a:off x="1380403" y="1302246"/>
            <a:ext cx="1203414" cy="1203414"/>
          </a:xfrm>
          <a:prstGeom prst="rect">
            <a:avLst/>
          </a:prstGeom>
        </p:spPr>
      </p:pic>
      <p:pic>
        <p:nvPicPr>
          <p:cNvPr id="25" name="Graphic 24" descr="Diploma roll">
            <a:extLst>
              <a:ext uri="{FF2B5EF4-FFF2-40B4-BE49-F238E27FC236}">
                <a16:creationId xmlns:a16="http://schemas.microsoft.com/office/drawing/2014/main" id="{02516978-9518-AF6E-87F8-3386B7414D3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 rot="808453">
            <a:off x="1679609" y="4848218"/>
            <a:ext cx="1355559" cy="1355559"/>
          </a:xfrm>
          <a:prstGeom prst="rect">
            <a:avLst/>
          </a:prstGeom>
        </p:spPr>
      </p:pic>
      <p:pic>
        <p:nvPicPr>
          <p:cNvPr id="26" name="Graphic 25" descr="Document">
            <a:extLst>
              <a:ext uri="{FF2B5EF4-FFF2-40B4-BE49-F238E27FC236}">
                <a16:creationId xmlns:a16="http://schemas.microsoft.com/office/drawing/2014/main" id="{B2325B87-84E7-433D-CAFC-F93308CC49F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 rot="808453">
            <a:off x="9886521" y="4669585"/>
            <a:ext cx="1116037" cy="1116037"/>
          </a:xfrm>
          <a:prstGeom prst="rect">
            <a:avLst/>
          </a:prstGeom>
        </p:spPr>
      </p:pic>
      <p:pic>
        <p:nvPicPr>
          <p:cNvPr id="27" name="Graphic 26" descr="Palette">
            <a:extLst>
              <a:ext uri="{FF2B5EF4-FFF2-40B4-BE49-F238E27FC236}">
                <a16:creationId xmlns:a16="http://schemas.microsoft.com/office/drawing/2014/main" id="{F19BB314-D8CE-2DD1-9739-E27F8761D07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 rot="808453">
            <a:off x="8937229" y="1242921"/>
            <a:ext cx="1255757" cy="1255757"/>
          </a:xfrm>
          <a:prstGeom prst="rect">
            <a:avLst/>
          </a:prstGeom>
        </p:spPr>
      </p:pic>
      <p:pic>
        <p:nvPicPr>
          <p:cNvPr id="28" name="Graphic 27" descr="Connections">
            <a:extLst>
              <a:ext uri="{FF2B5EF4-FFF2-40B4-BE49-F238E27FC236}">
                <a16:creationId xmlns:a16="http://schemas.microsoft.com/office/drawing/2014/main" id="{ED0F1266-52B5-D227-572B-4DAB91AC006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 rot="808453">
            <a:off x="10610249" y="1266014"/>
            <a:ext cx="1355559" cy="1355559"/>
          </a:xfrm>
          <a:prstGeom prst="rect">
            <a:avLst/>
          </a:prstGeom>
        </p:spPr>
      </p:pic>
      <p:pic>
        <p:nvPicPr>
          <p:cNvPr id="29" name="Graphic 28" descr="Internet">
            <a:extLst>
              <a:ext uri="{FF2B5EF4-FFF2-40B4-BE49-F238E27FC236}">
                <a16:creationId xmlns:a16="http://schemas.microsoft.com/office/drawing/2014/main" id="{A65DDB3F-41E7-EFB5-D9AA-BA9F2B09D15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 rot="808453">
            <a:off x="4803838" y="1390969"/>
            <a:ext cx="1304802" cy="1304802"/>
          </a:xfrm>
          <a:prstGeom prst="rect">
            <a:avLst/>
          </a:prstGeom>
        </p:spPr>
      </p:pic>
      <p:pic>
        <p:nvPicPr>
          <p:cNvPr id="30" name="Graphic 29" descr="Social network">
            <a:extLst>
              <a:ext uri="{FF2B5EF4-FFF2-40B4-BE49-F238E27FC236}">
                <a16:creationId xmlns:a16="http://schemas.microsoft.com/office/drawing/2014/main" id="{51A3F87D-3268-B547-DE10-9E87970BACAA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 rot="808453">
            <a:off x="6876747" y="1362720"/>
            <a:ext cx="1234404" cy="1234404"/>
          </a:xfrm>
          <a:prstGeom prst="rect">
            <a:avLst/>
          </a:prstGeom>
        </p:spPr>
      </p:pic>
      <p:pic>
        <p:nvPicPr>
          <p:cNvPr id="31" name="Graphic 30" descr="World">
            <a:extLst>
              <a:ext uri="{FF2B5EF4-FFF2-40B4-BE49-F238E27FC236}">
                <a16:creationId xmlns:a16="http://schemas.microsoft.com/office/drawing/2014/main" id="{1E45F1B8-A393-126C-5C5D-6E619E37889B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 rot="808453">
            <a:off x="2768835" y="1406435"/>
            <a:ext cx="1220949" cy="1220949"/>
          </a:xfrm>
          <a:prstGeom prst="rect">
            <a:avLst/>
          </a:prstGeom>
        </p:spPr>
      </p:pic>
      <p:pic>
        <p:nvPicPr>
          <p:cNvPr id="32" name="Graphic 31" descr="Single gear">
            <a:extLst>
              <a:ext uri="{FF2B5EF4-FFF2-40B4-BE49-F238E27FC236}">
                <a16:creationId xmlns:a16="http://schemas.microsoft.com/office/drawing/2014/main" id="{BB5F8CBF-36E1-D71D-2064-B044D8F91AF7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808453">
            <a:off x="5584498" y="-108916"/>
            <a:ext cx="1183744" cy="118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5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</TotalTime>
  <Words>66</Words>
  <Application>Microsoft Office PowerPoint</Application>
  <PresentationFormat>Custom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Bahnschrift SemiBold Condensed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74</cp:revision>
  <dcterms:created xsi:type="dcterms:W3CDTF">2025-07-14T05:03:09Z</dcterms:created>
  <dcterms:modified xsi:type="dcterms:W3CDTF">2025-07-14T06:08:32Z</dcterms:modified>
</cp:coreProperties>
</file>